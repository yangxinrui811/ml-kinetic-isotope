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3558" y="17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6FB470-08B5-4476-BF3D-B4B513249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80E97B-DFBC-4A3D-A5CB-1CA8E3420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A8B5AB-EDC7-422A-BCD5-F4F93DEF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93696-DB36-4334-8E1F-778AEDDB73E2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96807C-E3D6-4559-8DD0-BEE50B67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01F83F-2264-4AB7-8D8E-E253B0D4D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E6C8D-515E-43AB-B099-6A986F1FC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10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2F2D9-AD3D-4375-ACD2-3DE81D0CE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868726-B802-475D-9F57-4515B7DFE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E6002C-ECC5-4220-B176-CBABF1426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93696-DB36-4334-8E1F-778AEDDB73E2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E0319A-50EE-4548-8DB9-51F418390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7490D7-A9D5-44BA-AE6C-FF66264DE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E6C8D-515E-43AB-B099-6A986F1FC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99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7E8D05-E5E3-4983-B762-F1FD0ACF4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CB4BAE-255D-4AB8-B18C-D29C5B696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1E6A68-0785-4215-BC63-3BFCF6484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93696-DB36-4334-8E1F-778AEDDB73E2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C279EC-8824-4A17-BF2E-CD998ACC8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1E4E67-B013-414D-AE4C-95F8EA96B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E6C8D-515E-43AB-B099-6A986F1FC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015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98CEE-2ACC-4603-BF05-672E9CD45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D3DECF-E0B1-4D53-BF74-5ACB53F1B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622A6E-FE7B-4E6B-AD95-07AD25D70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FC079B-D97E-410D-BF20-B3E9D934F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93696-DB36-4334-8E1F-778AEDDB73E2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E24064-3927-4B21-AB8B-0B1CD4511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1A0D0A-81E9-487F-B3FF-7125E37CC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E6C8D-515E-43AB-B099-6A986F1FC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92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856384-76AA-4721-9723-E545D11D8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5C8D7F-CE13-46C9-9395-5C3BF8881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9B7C06A-8C0E-4737-9A70-62519A244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AA52EB-EA9A-49B1-8B6A-BE7B6A7E7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178B1B-3222-4072-9F8C-A46BA29DC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B6C7832-C1D7-4143-815B-AD10FFBD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93696-DB36-4334-8E1F-778AEDDB73E2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6C09DEE-22BE-470D-A2EC-33F3F21B1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AB9CEA-E144-455A-8559-92822A15A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E6C8D-515E-43AB-B099-6A986F1FC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08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72EFB-36C3-487E-A1F9-C1D5F88EA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3489CE-AC2C-41B3-AC8F-2F79AB01C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93696-DB36-4334-8E1F-778AEDDB73E2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DE08C6-A65E-412C-A1F1-CFEDBD8F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9B158CD-C600-4F12-8D8C-7F6BB25A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E6C8D-515E-43AB-B099-6A986F1FC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41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E7C87D-B437-406A-AFE2-FEFB831C4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93696-DB36-4334-8E1F-778AEDDB73E2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73912D-E1E3-4AD2-9CDE-FEBF18B00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6BAE0D-F10C-4277-A1DC-5B19D4AE4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E6C8D-515E-43AB-B099-6A986F1FC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059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25CC3-526A-4501-8A74-7C2C46C7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EF678C-586C-4D4A-B7A7-C1A6382EF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86C164-89AB-48CC-AEF7-B7AC0583A2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F2C4BB-7B22-4FB7-8E90-D29617D8F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93696-DB36-4334-8E1F-778AEDDB73E2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6530B9-6638-442B-82EE-CEF43742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35ECC9-FF82-4DCE-8FB3-F299476F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E6C8D-515E-43AB-B099-6A986F1FC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02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9581B0-6C77-4FF5-8F40-37EB8FE62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25C88-B460-4CEC-A0A5-53F80D999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8042746-B21D-4A64-BF3E-293CFC038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3BB8DA-1C0C-47E9-A70F-DFA95F5F1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93696-DB36-4334-8E1F-778AEDDB73E2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5FB52F-F190-4F13-BF7C-37679175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5E0815-7DE4-4897-A92F-FE40C5CB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E6C8D-515E-43AB-B099-6A986F1FC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815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B57CD-6072-4DDB-96ED-55CFB291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0FA4D2-E426-4621-98E7-C707E479A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0E735C-3C7E-4E39-9B71-B746F46E2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93696-DB36-4334-8E1F-778AEDDB73E2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3E9F6-A8CF-4135-B798-F03EB4FC1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56BF1E-9981-4C79-8D86-317B6A52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E6C8D-515E-43AB-B099-6A986F1FC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59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8586A0-0877-4168-815F-3E3697D6C4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C72383-2951-4E26-94FA-E955DFD958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870ED-A01C-41AF-90FA-7517013C5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93696-DB36-4334-8E1F-778AEDDB73E2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1FD69F-FB57-4EE6-99FF-094E61A21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A197A5-0828-45B9-B9A3-DEF19366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E6C8D-515E-43AB-B099-6A986F1FC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86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D8F1C6-5B89-4572-847C-11384C167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A5E66B-0117-4ABE-B666-9453D2CAE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E1CD71-180A-4D7C-B9A0-9614368352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93696-DB36-4334-8E1F-778AEDDB73E2}" type="datetimeFigureOut">
              <a:rPr lang="zh-CN" altLang="en-US" smtClean="0"/>
              <a:t>2025/1/17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B0B557-9113-4FAC-B760-CCD98BF146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67D631-AAAF-40B8-84A9-0B6EC78A9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E6C8D-515E-43AB-B099-6A986F1FC1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97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7" Type="http://schemas.openxmlformats.org/officeDocument/2006/relationships/image" Target="../media/image6.tif"/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tif"/><Relationship Id="rId5" Type="http://schemas.openxmlformats.org/officeDocument/2006/relationships/image" Target="../media/image4.tif"/><Relationship Id="rId4" Type="http://schemas.openxmlformats.org/officeDocument/2006/relationships/image" Target="../media/image3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1DBA0496-6D14-4F87-9506-42EFD3C82D74}"/>
              </a:ext>
            </a:extLst>
          </p:cNvPr>
          <p:cNvGrpSpPr/>
          <p:nvPr/>
        </p:nvGrpSpPr>
        <p:grpSpPr>
          <a:xfrm>
            <a:off x="-3048000" y="-5287297"/>
            <a:ext cx="18288000" cy="19202400"/>
            <a:chOff x="-3048000" y="-5287297"/>
            <a:chExt cx="18288000" cy="192024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27A1D0EA-8BD7-41F0-B940-9CEBB35BC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048000" y="-5287297"/>
              <a:ext cx="9144000" cy="64008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75548193-17CD-44C6-99FF-CF294839B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-5287297"/>
              <a:ext cx="9144000" cy="64008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8C9871B-79E9-489B-81DC-209D73ECA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048000" y="1113503"/>
              <a:ext cx="9144000" cy="640080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590C49A8-5C26-491A-860A-B7CA1B19261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7514303"/>
              <a:ext cx="9144000" cy="6400800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E1EED4C-0039-406F-9107-34176B1D8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048000" y="7514303"/>
              <a:ext cx="9144000" cy="640080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24FDFEA0-BB41-434B-9712-E98C24658F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113503"/>
              <a:ext cx="9144000" cy="6400800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A828615-4FC8-4C5F-B46A-434DE869CDD6}"/>
                </a:ext>
              </a:extLst>
            </p:cNvPr>
            <p:cNvSpPr txBox="1"/>
            <p:nvPr/>
          </p:nvSpPr>
          <p:spPr>
            <a:xfrm>
              <a:off x="-3048000" y="-5287297"/>
              <a:ext cx="8130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  <a:endParaRPr lang="zh-CN" altLang="en-US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25DE32C-EF3B-48EE-B24B-8F6496616AB5}"/>
                </a:ext>
              </a:extLst>
            </p:cNvPr>
            <p:cNvSpPr txBox="1"/>
            <p:nvPr/>
          </p:nvSpPr>
          <p:spPr>
            <a:xfrm>
              <a:off x="5943600" y="-5287297"/>
              <a:ext cx="8130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  <a:endParaRPr lang="zh-CN" altLang="en-US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EC16023-5650-4E0C-BB2A-46D71CA8E726}"/>
                </a:ext>
              </a:extLst>
            </p:cNvPr>
            <p:cNvSpPr txBox="1"/>
            <p:nvPr/>
          </p:nvSpPr>
          <p:spPr>
            <a:xfrm>
              <a:off x="-3048000" y="1113503"/>
              <a:ext cx="8130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  <a:endParaRPr lang="zh-CN" altLang="en-US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5C7EA19-9121-4A8E-AC02-40BA035C0DCF}"/>
                </a:ext>
              </a:extLst>
            </p:cNvPr>
            <p:cNvSpPr txBox="1"/>
            <p:nvPr/>
          </p:nvSpPr>
          <p:spPr>
            <a:xfrm>
              <a:off x="5943600" y="1113503"/>
              <a:ext cx="8130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  <a:endParaRPr lang="zh-CN" altLang="en-US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8741BBD-B1DE-43B4-9E69-8DAA5CBB0806}"/>
                </a:ext>
              </a:extLst>
            </p:cNvPr>
            <p:cNvSpPr txBox="1"/>
            <p:nvPr/>
          </p:nvSpPr>
          <p:spPr>
            <a:xfrm>
              <a:off x="-3048000" y="7160360"/>
              <a:ext cx="8130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latin typeface="Arial" panose="020B0604020202020204" pitchFamily="34" charset="0"/>
                  <a:cs typeface="Arial" panose="020B0604020202020204" pitchFamily="34" charset="0"/>
                </a:rPr>
                <a:t>(e)</a:t>
              </a:r>
              <a:endParaRPr lang="zh-CN" altLang="en-US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07EC477-F729-4237-857A-8EFE37271F4C}"/>
                </a:ext>
              </a:extLst>
            </p:cNvPr>
            <p:cNvSpPr txBox="1"/>
            <p:nvPr/>
          </p:nvSpPr>
          <p:spPr>
            <a:xfrm>
              <a:off x="5943600" y="7160360"/>
              <a:ext cx="67037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0" dirty="0">
                  <a:latin typeface="Arial" panose="020B0604020202020204" pitchFamily="34" charset="0"/>
                  <a:cs typeface="Arial" panose="020B0604020202020204" pitchFamily="34" charset="0"/>
                </a:rPr>
                <a:t>(f)</a:t>
              </a:r>
              <a:endParaRPr lang="zh-CN" altLang="en-US" sz="4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21A8E851-3BA1-4C2E-859A-4B140FB53DEC}"/>
                </a:ext>
              </a:extLst>
            </p:cNvPr>
            <p:cNvSpPr txBox="1"/>
            <p:nvPr/>
          </p:nvSpPr>
          <p:spPr>
            <a:xfrm>
              <a:off x="3510117" y="-830997"/>
              <a:ext cx="97174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latin typeface="Arial" panose="020B0604020202020204" pitchFamily="34" charset="0"/>
                  <a:cs typeface="Arial" panose="020B0604020202020204" pitchFamily="34" charset="0"/>
                </a:rPr>
                <a:t>ET</a:t>
              </a:r>
              <a:endParaRPr lang="zh-CN" altLang="en-US" sz="4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D9AA0DA-72E0-4A14-B7AF-60E1A8ADA825}"/>
                </a:ext>
              </a:extLst>
            </p:cNvPr>
            <p:cNvSpPr txBox="1"/>
            <p:nvPr/>
          </p:nvSpPr>
          <p:spPr>
            <a:xfrm>
              <a:off x="12654117" y="-830998"/>
              <a:ext cx="100540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latin typeface="Arial" panose="020B0604020202020204" pitchFamily="34" charset="0"/>
                  <a:cs typeface="Arial" panose="020B0604020202020204" pitchFamily="34" charset="0"/>
                </a:rPr>
                <a:t>RF</a:t>
              </a:r>
              <a:endParaRPr lang="zh-CN" altLang="en-US" sz="4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643566F-7258-461A-A2AE-7497542645F3}"/>
                </a:ext>
              </a:extLst>
            </p:cNvPr>
            <p:cNvSpPr txBox="1"/>
            <p:nvPr/>
          </p:nvSpPr>
          <p:spPr>
            <a:xfrm>
              <a:off x="3510117" y="5609217"/>
              <a:ext cx="1039067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latin typeface="Arial" panose="020B0604020202020204" pitchFamily="34" charset="0"/>
                  <a:cs typeface="Arial" panose="020B0604020202020204" pitchFamily="34" charset="0"/>
                </a:rPr>
                <a:t>CB</a:t>
              </a:r>
              <a:endParaRPr lang="zh-CN" altLang="en-US" sz="4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0FB6027-4282-40E4-A0D2-31E053600281}"/>
                </a:ext>
              </a:extLst>
            </p:cNvPr>
            <p:cNvSpPr txBox="1"/>
            <p:nvPr/>
          </p:nvSpPr>
          <p:spPr>
            <a:xfrm>
              <a:off x="12242946" y="2369401"/>
              <a:ext cx="182774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latin typeface="Arial" panose="020B0604020202020204" pitchFamily="34" charset="0"/>
                  <a:cs typeface="Arial" panose="020B0604020202020204" pitchFamily="34" charset="0"/>
                </a:rPr>
                <a:t>LGDT</a:t>
              </a:r>
              <a:endParaRPr lang="zh-CN" altLang="en-US" sz="4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6D29A18-209C-4CBA-ADE9-FBA9BDEC18FB}"/>
                </a:ext>
              </a:extLst>
            </p:cNvPr>
            <p:cNvSpPr txBox="1"/>
            <p:nvPr/>
          </p:nvSpPr>
          <p:spPr>
            <a:xfrm>
              <a:off x="3510117" y="12015060"/>
              <a:ext cx="107433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latin typeface="Arial" panose="020B0604020202020204" pitchFamily="34" charset="0"/>
                  <a:cs typeface="Arial" panose="020B0604020202020204" pitchFamily="34" charset="0"/>
                </a:rPr>
                <a:t>GB</a:t>
              </a:r>
              <a:endParaRPr lang="zh-CN" altLang="en-US" sz="4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E76CD46-133C-467E-B140-398771A3772C}"/>
                </a:ext>
              </a:extLst>
            </p:cNvPr>
            <p:cNvSpPr txBox="1"/>
            <p:nvPr/>
          </p:nvSpPr>
          <p:spPr>
            <a:xfrm>
              <a:off x="12390325" y="12015059"/>
              <a:ext cx="148470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dirty="0">
                  <a:latin typeface="Arial" panose="020B0604020202020204" pitchFamily="34" charset="0"/>
                  <a:cs typeface="Arial" panose="020B0604020202020204" pitchFamily="34" charset="0"/>
                </a:rPr>
                <a:t>XGB</a:t>
              </a:r>
              <a:endParaRPr lang="zh-CN" altLang="en-US" sz="4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8075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Xinrui Yang</dc:creator>
  <cp:lastModifiedBy>Xinrui Yang</cp:lastModifiedBy>
  <cp:revision>1</cp:revision>
  <dcterms:created xsi:type="dcterms:W3CDTF">2025-01-16T21:12:24Z</dcterms:created>
  <dcterms:modified xsi:type="dcterms:W3CDTF">2025-01-16T21:20:01Z</dcterms:modified>
</cp:coreProperties>
</file>