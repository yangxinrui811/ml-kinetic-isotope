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1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F6D80-98A1-43F1-A865-51817342D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0BC7AB-6EE6-468B-9394-CF72176CD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24CBD-7820-4961-8C85-2CE8D9DA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FEF9E-6904-4218-BA3F-BD503C1E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7F99E-820E-4A1D-B8BD-4A390C16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1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91330-FCA5-4982-A313-8D069375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CD642-C9FF-4ADE-B9C0-FA11CB8CE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B94AB1-A05E-465D-956A-3AAD1D9F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67857-6164-40A5-8CA3-BEBE36B0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1D517E-1901-4960-9D3D-EAD3B10C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47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424F4-9ACC-44AD-9FC7-C137A0A8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AEBB0-20A4-448A-8D2D-D3074095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BA01F1-F110-4965-95AE-2AA1F40B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AF7E1-F2A5-4CF1-9C58-5F77AC04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9C808-C36B-4455-B409-066B4E0D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82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0CE27-8A59-4139-A86E-DF432EF6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5D9A8-3FC6-4B29-9E39-59A1AD0DC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9D7901-F4E7-4D47-8CA6-58B92E8BE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B31298-76D8-407D-BF56-E404372F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EEB94F-E951-4644-A781-26983C2F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D02977-24ED-464C-B54C-CCE12E7E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99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489B8-5D6E-46EF-8799-0994F512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0C8888-DD48-4726-9E89-8ADAB4750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443720-3ADB-454B-BD53-AF5D9807E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A92680-E253-4F9C-8265-EDCE9BC37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58BE55-3AB2-45C6-8F35-2E461AEC1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F1BE6F-3A0C-4198-9310-95CADAA68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0831DF-0406-4395-8C95-5B5B12E7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182ADF-4D5E-4E07-BF64-919AA2DD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12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F2662-B21C-4519-A450-C4B96B5F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C86971-51E9-4B8D-B28C-1D7D4E18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BF6D78-C1F7-41BB-B417-3F31569C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324306-C207-4C67-80FC-0ECA104B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19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ABE6B-692B-4987-BC1D-3E0D47441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E5EED3-5322-45D3-9C12-8A1B84B6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C3811-4706-408F-BF67-A6BD2082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56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86B0-48C2-48A7-98D2-1CA281575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F40C15-0A1A-432E-BDC7-716BC1690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41C1FB-B30F-4C34-8346-C78621CD4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B225CC-A3C6-437C-9F2E-E7351CA0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33A6C7-D7F6-4C90-B21D-8EE139F4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42E6C5-EF63-4A77-A050-93D48FA4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43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73317-2790-4041-B37A-86EE60DF1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060599-7E47-476E-BA4E-AC32414D7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C117EC-4B04-43D2-970F-311E6CCC3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162590-8802-4655-A0B9-2476AB77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107701-BD14-4748-A4C9-79C29B21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F0712E-BA57-4468-9A33-77EE7288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92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6AAE7-E959-442F-8E1A-62ED0792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A4B6D5-7479-4E19-81DA-F12C51FA9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0EDAE-90F0-4E53-AD6C-4D8255B7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E9ECD-F6CF-41A5-99D6-A6CC82DC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49DC08-6C77-4873-A5CE-83F7C0CD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06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3B8BCC-A7C7-427C-B4ED-B2D25B5E0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B59640-BCD8-4D8F-AEB7-CD1FEDC4C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BBFC0-4A7C-4323-A083-72171B46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3C0734-1590-4EDD-AAE7-2D224CEA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BA2460-AA86-4644-9296-942A49C4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69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6A7BE9-6CB3-4082-B713-DF110C41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7796A8-1D8F-416C-84CD-64521C195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F1E178-363C-4794-87AB-0186BCFBB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85656-C016-4FE5-BABC-3576B1C273FA}" type="datetimeFigureOut">
              <a:rPr lang="zh-CN" altLang="en-US" smtClean="0"/>
              <a:t>2025/1/14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FEC17-2094-42A8-9E33-3CD97777C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4591B6-A963-4258-876C-1530EBF31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37D28-43CA-4001-BFBF-8A1DC8B6B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"/><Relationship Id="rId3" Type="http://schemas.openxmlformats.org/officeDocument/2006/relationships/image" Target="../media/image2.tif"/><Relationship Id="rId7" Type="http://schemas.openxmlformats.org/officeDocument/2006/relationships/image" Target="../media/image6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if"/><Relationship Id="rId5" Type="http://schemas.openxmlformats.org/officeDocument/2006/relationships/image" Target="../media/image4.tif"/><Relationship Id="rId4" Type="http://schemas.openxmlformats.org/officeDocument/2006/relationships/image" Target="../media/image3.tif"/><Relationship Id="rId9" Type="http://schemas.openxmlformats.org/officeDocument/2006/relationships/image" Target="../media/image8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818F99D6-97C3-4AF2-A9F4-7B6BF2E53A3F}"/>
              </a:ext>
            </a:extLst>
          </p:cNvPr>
          <p:cNvGrpSpPr/>
          <p:nvPr/>
        </p:nvGrpSpPr>
        <p:grpSpPr>
          <a:xfrm>
            <a:off x="-1063171" y="-735692"/>
            <a:ext cx="14630400" cy="11411130"/>
            <a:chOff x="-1063171" y="-735692"/>
            <a:chExt cx="14630400" cy="1141113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EDB34A6-76F0-4B50-8D23-BAEF610D8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63171" y="-663122"/>
              <a:ext cx="7315200" cy="283464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ACA8448-C8A0-41D8-962A-3AB030F7B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2029" y="-663122"/>
              <a:ext cx="7315200" cy="283464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64A926A-E2A6-4C37-9BB5-70DA8B8CE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063171" y="2171518"/>
              <a:ext cx="7315200" cy="283464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3DE8C1A-5420-4416-A2AA-149E21B7B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2029" y="2171518"/>
              <a:ext cx="7315200" cy="283464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43A1CCF-DE29-4584-96A6-7FA1A708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063171" y="5006158"/>
              <a:ext cx="7315200" cy="283464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00775AD-BD12-43C4-9BDD-74C24A5FD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52029" y="5006158"/>
              <a:ext cx="7315200" cy="283464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2EE13D3-607B-4563-8A26-93347605F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1063171" y="7840798"/>
              <a:ext cx="7315200" cy="283464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9DD0263-44A2-4D59-BD67-F5F5F3736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52029" y="7840798"/>
              <a:ext cx="7315200" cy="283464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B1D3459-6782-49DA-B417-B89464BA07CF}"/>
                </a:ext>
              </a:extLst>
            </p:cNvPr>
            <p:cNvSpPr txBox="1"/>
            <p:nvPr/>
          </p:nvSpPr>
          <p:spPr>
            <a:xfrm>
              <a:off x="-1063171" y="-735692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2A6D5EB-866E-45F3-A198-523D6A5E73F9}"/>
                </a:ext>
              </a:extLst>
            </p:cNvPr>
            <p:cNvSpPr txBox="1"/>
            <p:nvPr/>
          </p:nvSpPr>
          <p:spPr>
            <a:xfrm>
              <a:off x="6252029" y="-731158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AA790DE-F495-4630-B8DA-AB7182DCECC7}"/>
                </a:ext>
              </a:extLst>
            </p:cNvPr>
            <p:cNvSpPr txBox="1"/>
            <p:nvPr/>
          </p:nvSpPr>
          <p:spPr>
            <a:xfrm>
              <a:off x="-1063171" y="2094414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BD244E4-3A25-494A-B9FF-2289D8BE69AB}"/>
                </a:ext>
              </a:extLst>
            </p:cNvPr>
            <p:cNvSpPr txBox="1"/>
            <p:nvPr/>
          </p:nvSpPr>
          <p:spPr>
            <a:xfrm>
              <a:off x="6252029" y="2098948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458671F-330A-4B24-AF02-5F711E831E6D}"/>
                </a:ext>
              </a:extLst>
            </p:cNvPr>
            <p:cNvSpPr txBox="1"/>
            <p:nvPr/>
          </p:nvSpPr>
          <p:spPr>
            <a:xfrm>
              <a:off x="-1063171" y="4924520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1FACC3A-C297-44AF-9E21-6662399CCC71}"/>
                </a:ext>
              </a:extLst>
            </p:cNvPr>
            <p:cNvSpPr txBox="1"/>
            <p:nvPr/>
          </p:nvSpPr>
          <p:spPr>
            <a:xfrm>
              <a:off x="6252029" y="4929054"/>
              <a:ext cx="5245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(f)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F03B6BB-CB25-4876-81A2-EE8540A04324}"/>
                </a:ext>
              </a:extLst>
            </p:cNvPr>
            <p:cNvSpPr txBox="1"/>
            <p:nvPr/>
          </p:nvSpPr>
          <p:spPr>
            <a:xfrm>
              <a:off x="-1063171" y="7744079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(g)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B49B3A7-A729-4819-AD57-FCE7FDDCAEF7}"/>
                </a:ext>
              </a:extLst>
            </p:cNvPr>
            <p:cNvSpPr txBox="1"/>
            <p:nvPr/>
          </p:nvSpPr>
          <p:spPr>
            <a:xfrm>
              <a:off x="6252029" y="7748613"/>
              <a:ext cx="625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(h)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AF1AAF7-2566-427D-A225-C4F1E89C4FD0}"/>
                </a:ext>
              </a:extLst>
            </p:cNvPr>
            <p:cNvSpPr txBox="1"/>
            <p:nvPr/>
          </p:nvSpPr>
          <p:spPr>
            <a:xfrm>
              <a:off x="3628571" y="-643508"/>
              <a:ext cx="11224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PLSR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A98138A-1736-45F7-8E77-CE7E8E35B7A1}"/>
                </a:ext>
              </a:extLst>
            </p:cNvPr>
            <p:cNvSpPr txBox="1"/>
            <p:nvPr/>
          </p:nvSpPr>
          <p:spPr>
            <a:xfrm>
              <a:off x="10877887" y="-643508"/>
              <a:ext cx="11256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Ridge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F58F40E-E6BC-4AF5-94B1-C87FB9F33FE4}"/>
                </a:ext>
              </a:extLst>
            </p:cNvPr>
            <p:cNvSpPr txBox="1"/>
            <p:nvPr/>
          </p:nvSpPr>
          <p:spPr>
            <a:xfrm>
              <a:off x="3628571" y="2191132"/>
              <a:ext cx="6431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E5913E2-61DC-4922-BEDE-6C1982261B7A}"/>
                </a:ext>
              </a:extLst>
            </p:cNvPr>
            <p:cNvSpPr txBox="1"/>
            <p:nvPr/>
          </p:nvSpPr>
          <p:spPr>
            <a:xfrm>
              <a:off x="10877887" y="2191132"/>
              <a:ext cx="6639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RF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8A0C1F3-CDAE-4278-8734-7F422B05AE29}"/>
                </a:ext>
              </a:extLst>
            </p:cNvPr>
            <p:cNvSpPr txBox="1"/>
            <p:nvPr/>
          </p:nvSpPr>
          <p:spPr>
            <a:xfrm>
              <a:off x="3628571" y="4927076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CB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566298A-9CF4-45DB-A948-06F63E6BD221}"/>
                </a:ext>
              </a:extLst>
            </p:cNvPr>
            <p:cNvSpPr txBox="1"/>
            <p:nvPr/>
          </p:nvSpPr>
          <p:spPr>
            <a:xfrm>
              <a:off x="10877887" y="4927076"/>
              <a:ext cx="11432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LGDT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E979228-4E3E-4CFD-ACF3-05A7B94328A6}"/>
                </a:ext>
              </a:extLst>
            </p:cNvPr>
            <p:cNvSpPr txBox="1"/>
            <p:nvPr/>
          </p:nvSpPr>
          <p:spPr>
            <a:xfrm>
              <a:off x="3618879" y="7836264"/>
              <a:ext cx="7024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GB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A7823F5-FC88-452C-A9B8-676AAD4CE02B}"/>
                </a:ext>
              </a:extLst>
            </p:cNvPr>
            <p:cNvSpPr txBox="1"/>
            <p:nvPr/>
          </p:nvSpPr>
          <p:spPr>
            <a:xfrm>
              <a:off x="10868195" y="7836264"/>
              <a:ext cx="9412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XGB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123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Xinrui Yang</dc:creator>
  <cp:lastModifiedBy>Xinrui Yang</cp:lastModifiedBy>
  <cp:revision>1</cp:revision>
  <dcterms:created xsi:type="dcterms:W3CDTF">2025-01-14T07:55:46Z</dcterms:created>
  <dcterms:modified xsi:type="dcterms:W3CDTF">2025-01-14T08:04:25Z</dcterms:modified>
</cp:coreProperties>
</file>